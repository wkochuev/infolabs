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35278-0CE7-4B6E-A43B-E0A2255BF4A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005E6-8094-4737-9A17-A44D82558E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892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FF129-C1D7-4C19-85DE-BE3708B93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F3DDD2-DEBF-48B2-B9C1-76B465C1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FF0311-C8B2-40EE-98E8-8FE4EDEC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A08E7-5247-402F-B388-43A41EF2F73B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0F9-270C-458D-BA1C-502A68CB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FDA3F9-97BE-490E-8FE4-4338C902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88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0263B-C84E-4EB4-9E1A-D8ECC801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9EFCAA-AD01-49BE-9C0A-DF468AD4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2110D-C10B-491D-B2E5-E1359145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2303-A252-43CD-9572-30608EA1480D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045CE8-8677-4320-BE4A-D061CBD7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369F58-1530-4135-8D65-1CCCA234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93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8E133-5C1C-4EF2-A79B-F073DA548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897D61-1B5A-41E0-8751-AB2B0476A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7C21E2-EE10-473D-ACD9-F7AE23DD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11AE-B8C9-4886-A1ED-63F562162987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D84809-DB63-4863-9848-FDA66D74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2CE3E-12E6-45A7-8EEC-E47DF097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32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3365A-F8E0-4C32-AD53-615A29C50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9C5C9-E514-42BE-A2A9-F6F499D42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62D11D-94F7-4A38-91D7-E533D641B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38D0F1-BCB0-43A4-B7C1-B32BF27C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C003-18A1-40F8-9DD1-E865A142D6B3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F36F1B-A196-40ED-8DF6-FA48BDF4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915F62-503E-4306-8264-1B72F0B6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83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2803C-98C6-496A-B16A-2450481A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805021-F8E9-41BF-9E6B-2E84C7525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984C81-4794-46BE-BC12-8E471CB38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A64C00-18F2-4611-AD92-28C34784E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391991-66F0-4B0E-BB48-D9DC680DE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E881462-8D1D-4827-84A3-A958FE22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C410-9AFD-42B2-98B6-375CC6F7133E}" type="datetime1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701280C-34EA-49FF-B31E-C5952F27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3C962B-303C-46A6-A547-25E235F7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87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0F1A3-D709-4FFF-80E3-1A9A881C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6FE528-BB02-4771-A84F-12B05F10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243F-588E-4BD2-BC22-135E8A4219C6}" type="datetime1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2E82A5-65C2-4762-B09A-1A2DA730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271DD8-C4D0-4A21-BD0E-D6DDA345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16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1D0661-4947-4E39-8800-375A7A74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491-81A9-4ABE-BBC3-F6C54F0461F6}" type="datetime1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2CA106-1823-486D-BB98-D08A2890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D10E69-6329-4696-BE5C-32469474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03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9CB84-1878-4208-865D-3E0E5A5E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0DDADA-00AB-4E3D-BBEB-FB91A7EF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AA4C77-A8B1-4678-A927-6C41B0D4A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254191-C475-4F8C-9B10-F9EF2348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C920-C475-4932-999E-497AF3D35FB3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76B453-340F-4BBC-9851-B60E9C5C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568226-15CE-4B0E-A22B-565CE8C7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89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CCF70-180A-4C31-9BB8-1F4EC270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F172E3-C50E-4C04-BDD7-E17EC9A8D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1C131B-B730-4353-8D47-AAF8073FC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E52DEC-619E-4CC0-885F-088B8D61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A2DC-9D02-419B-B962-D37C40B69BD8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777C58-3D51-428E-8B3B-818FEF65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47CC6F-727E-41D0-A709-68B8BE5C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60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E1CDC-6076-4E07-99EA-6C94A24DE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0D273F-1B46-4031-A5F6-1AFD6EB4D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099947-D3C9-49CE-9F6C-4BFFA8B2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0939-F341-490E-B474-0475BA5ACEFF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0B0AE7-83CE-4CC6-B355-3F64BFD4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2263F1-9FD5-441F-86CE-799A6281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2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C773BBA-9973-473E-988F-AB84CEECF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169783-9FA2-4448-9682-4A6215A15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ADF9EF-859D-4C9A-8989-BE607B9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34E7-7A5D-4DAE-B0E6-81B555BBC424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928C-52BA-4A97-9F99-5B770D88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03B824-B937-463C-8249-9D33688B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90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D47A-5AC3-4B96-8275-40DB9610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CCFD6B-4CF0-4134-9A36-F122B1A9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3AA3E9-BBCE-44CF-832A-AB2DDD7F2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74356-8F6B-4224-AB36-E21DFA4CEB4F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877AC6-73B0-4F8A-8141-AC11FB4C1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793926-65DB-4EFE-A719-A1889EAA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311CF-27C5-4ED6-99EF-530E69E262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97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A60F9-4985-47F5-91DF-DED96D0C8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6795"/>
            <a:ext cx="9144000" cy="1840219"/>
          </a:xfrm>
        </p:spPr>
        <p:txBody>
          <a:bodyPr/>
          <a:lstStyle/>
          <a:p>
            <a:r>
              <a:rPr lang="ru-RU" dirty="0"/>
              <a:t>Система управления сотрудниками компании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A3E621-3A1D-48E0-AA23-44F218007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22823"/>
            <a:ext cx="12192000" cy="1655762"/>
          </a:xfrm>
        </p:spPr>
        <p:txBody>
          <a:bodyPr>
            <a:normAutofit/>
          </a:bodyPr>
          <a:lstStyle/>
          <a:p>
            <a:r>
              <a:rPr lang="ru-RU" dirty="0"/>
              <a:t>Выполнил: Рындин Артемий Владиславович, гр. 25-ИВТ-2-1</a:t>
            </a:r>
          </a:p>
          <a:p>
            <a:r>
              <a:rPr lang="ru-RU" dirty="0"/>
              <a:t>Преподаватель: Серова Валерия Павловна</a:t>
            </a:r>
          </a:p>
          <a:p>
            <a:r>
              <a:rPr lang="ru-RU" dirty="0"/>
              <a:t>НГТУ им. Р.Е. Алексеева, кафедра Вычислительные Системы и Технологии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E6DABD-2F2D-4715-B8C2-7E64FD70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925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6A2BC-4EC8-4928-82AD-75F657AB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2C6071-3A06-4B3C-A4D3-0A1F7B044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Цель: </a:t>
            </a:r>
          </a:p>
          <a:p>
            <a:pPr marL="0" indent="0">
              <a:buNone/>
            </a:pPr>
            <a:r>
              <a:rPr lang="ru-RU" dirty="0"/>
              <a:t>Разработка системы управления персоналом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Реализовать систему аутентификации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Организовать роли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Обеспечить базовые CRUD-операции с данными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Реализовать модуль экспорта в различные форматы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00CF0F-ED0F-4AAD-B99C-EF7185D0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2</a:t>
            </a:fld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59631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CFF29-A719-4D84-9C73-35FB108F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F7E351-180C-494F-A927-0AFDBC91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Проблема: </a:t>
            </a:r>
          </a:p>
          <a:p>
            <a:pPr marL="0" indent="0">
              <a:buNone/>
            </a:pPr>
            <a:r>
              <a:rPr lang="ru-RU" dirty="0"/>
              <a:t>Ручной учет сотрудников неэффективен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Решение:</a:t>
            </a:r>
          </a:p>
          <a:p>
            <a:pPr marL="0" indent="0">
              <a:buNone/>
            </a:pPr>
            <a:r>
              <a:rPr lang="ru-RU" dirty="0"/>
              <a:t> Автоматизация кадрового учета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300A4-C4AE-4383-8326-7D2A5B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3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3082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1FE902-5E12-4285-9623-8408859F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401506-5411-40D5-BF47-E221D2D3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Язык программирования: С++</a:t>
            </a:r>
          </a:p>
          <a:p>
            <a:pPr marL="0" indent="0">
              <a:buNone/>
            </a:pPr>
            <a:r>
              <a:rPr lang="ru-RU" dirty="0"/>
              <a:t>Библиотек</a:t>
            </a:r>
            <a:r>
              <a:rPr lang="en-US" dirty="0"/>
              <a:t>a</a:t>
            </a:r>
            <a:r>
              <a:rPr lang="ru-RU" dirty="0"/>
              <a:t>:</a:t>
            </a:r>
            <a:r>
              <a:rPr lang="en-US" dirty="0"/>
              <a:t> SQLite</a:t>
            </a:r>
          </a:p>
          <a:p>
            <a:pPr marL="0" indent="0">
              <a:buNone/>
            </a:pPr>
            <a:r>
              <a:rPr lang="ru-RU" dirty="0"/>
              <a:t>Среда разработки: </a:t>
            </a:r>
            <a:r>
              <a:rPr lang="en-US" dirty="0"/>
              <a:t>Visual Studio 2022</a:t>
            </a:r>
          </a:p>
          <a:p>
            <a:pPr marL="0" indent="0">
              <a:buNone/>
            </a:pPr>
            <a:r>
              <a:rPr lang="ru-RU" dirty="0"/>
              <a:t>Система контроля</a:t>
            </a:r>
            <a:r>
              <a:rPr lang="en-US" dirty="0"/>
              <a:t> </a:t>
            </a:r>
            <a:r>
              <a:rPr lang="ru-RU" dirty="0"/>
              <a:t>версий: </a:t>
            </a:r>
            <a:r>
              <a:rPr lang="en-US" dirty="0"/>
              <a:t>Git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Архитектура: четырёхслойная 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E6B876-04EB-4729-BFA6-AD10F661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4</a:t>
            </a:fld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50462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DBA0B-C770-4BF4-8413-ECE6C813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913EFE-29EB-4484-B73D-7A1F18FBE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Основные модули: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Авторизация</a:t>
            </a:r>
          </a:p>
          <a:p>
            <a:r>
              <a:rPr lang="ru-RU" dirty="0"/>
              <a:t>Роли</a:t>
            </a:r>
          </a:p>
          <a:p>
            <a:r>
              <a:rPr lang="ru-RU" dirty="0"/>
              <a:t>Управления данными</a:t>
            </a:r>
          </a:p>
          <a:p>
            <a:r>
              <a:rPr lang="ru-RU" dirty="0"/>
              <a:t>Экспорт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26BDD2-CFDB-476D-A094-A840570C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167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7C259B5D-04A0-4A80-8C52-AB55B6F08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38" y="512879"/>
            <a:ext cx="5476070" cy="5863488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BA247-7E01-459E-AC54-EA4BB35A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70" y="136525"/>
            <a:ext cx="10515600" cy="752708"/>
          </a:xfrm>
        </p:spPr>
        <p:txBody>
          <a:bodyPr>
            <a:normAutofit/>
          </a:bodyPr>
          <a:lstStyle/>
          <a:p>
            <a:r>
              <a:rPr lang="ru-RU" sz="3600" dirty="0"/>
              <a:t>Диаграммы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7900D5-0FE3-4BA7-92BE-78615963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6</a:t>
            </a:fld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0FBD5-D947-4A8A-9755-48DFD4150304}"/>
              </a:ext>
            </a:extLst>
          </p:cNvPr>
          <p:cNvSpPr txBox="1"/>
          <p:nvPr/>
        </p:nvSpPr>
        <p:spPr>
          <a:xfrm>
            <a:off x="5404608" y="6425863"/>
            <a:ext cx="320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Use-case </a:t>
            </a:r>
            <a:r>
              <a:rPr lang="ru-RU" dirty="0"/>
              <a:t>диаграмма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9287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BB46E-D636-4B47-A0E2-719055786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Диаграммы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E3EE21-78CC-40F3-9BD3-4FEAB80C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7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B4D5F4-A683-4052-A77F-976F519C3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059211"/>
            <a:ext cx="3292935" cy="2739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67EC2-C6D9-463C-ACB8-6FB7DB5A4E99}"/>
              </a:ext>
            </a:extLst>
          </p:cNvPr>
          <p:cNvSpPr txBox="1"/>
          <p:nvPr/>
        </p:nvSpPr>
        <p:spPr>
          <a:xfrm>
            <a:off x="1164450" y="4834741"/>
            <a:ext cx="2640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Блок-схема авторизации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4957FF-5032-484A-940F-3D676A01A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42" y="1849903"/>
            <a:ext cx="5663252" cy="28256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37930B-D962-415D-AD8A-22F78F6225AC}"/>
              </a:ext>
            </a:extLst>
          </p:cNvPr>
          <p:cNvSpPr txBox="1"/>
          <p:nvPr/>
        </p:nvSpPr>
        <p:spPr>
          <a:xfrm>
            <a:off x="6944531" y="4834741"/>
            <a:ext cx="2640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 </a:t>
            </a:r>
            <a:r>
              <a:rPr lang="ru-RU" dirty="0"/>
              <a:t>диаграмма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532917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0C273-D6B1-4954-9E72-B9625994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00"/>
            <a:ext cx="10515600" cy="1011180"/>
          </a:xfrm>
        </p:spPr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F02BB4-DBCA-4676-8D01-49FCE685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8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3CA696-A5E8-4D6F-B3AE-B66C5DC00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4" y="1485871"/>
            <a:ext cx="5906324" cy="22386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CE96B-BCF9-4341-8E82-5C14EEB9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151" y="1464738"/>
            <a:ext cx="5325218" cy="18290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5F141F-C9CC-4F04-81AB-223533F4123A}"/>
              </a:ext>
            </a:extLst>
          </p:cNvPr>
          <p:cNvSpPr txBox="1"/>
          <p:nvPr/>
        </p:nvSpPr>
        <p:spPr>
          <a:xfrm>
            <a:off x="8321657" y="3539892"/>
            <a:ext cx="2214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Главный Бухгалтер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C4E0DA-BBAB-461D-A4FA-12C5B705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44" y="4273864"/>
            <a:ext cx="5115639" cy="14670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4A338A-16CB-4849-A7EF-2D34F851E311}"/>
              </a:ext>
            </a:extLst>
          </p:cNvPr>
          <p:cNvSpPr txBox="1"/>
          <p:nvPr/>
        </p:nvSpPr>
        <p:spPr>
          <a:xfrm>
            <a:off x="5319207" y="5845574"/>
            <a:ext cx="2188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Обычный работник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D1D3E9-66E4-46F4-AA06-AD0B0E4036E2}"/>
              </a:ext>
            </a:extLst>
          </p:cNvPr>
          <p:cNvSpPr txBox="1"/>
          <p:nvPr/>
        </p:nvSpPr>
        <p:spPr>
          <a:xfrm>
            <a:off x="2424196" y="3904532"/>
            <a:ext cx="135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Директор</a:t>
            </a:r>
          </a:p>
        </p:txBody>
      </p:sp>
    </p:spTree>
    <p:extLst>
      <p:ext uri="{BB962C8B-B14F-4D97-AF65-F5344CB8AC3E}">
        <p14:creationId xmlns:p14="http://schemas.microsoft.com/office/powerpoint/2010/main" val="106800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2B55A-4DAF-4A9A-AD51-F7CEF507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07" y="234606"/>
            <a:ext cx="10515600" cy="844641"/>
          </a:xfrm>
        </p:spPr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EA1844-40E4-4FD7-8A0B-97302114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9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4FF8D0-5063-4B08-8910-CCEF31287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76" y="1143233"/>
            <a:ext cx="11099061" cy="1558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52C973-DF3C-402F-839A-3BA762913ADF}"/>
              </a:ext>
            </a:extLst>
          </p:cNvPr>
          <p:cNvSpPr txBox="1"/>
          <p:nvPr/>
        </p:nvSpPr>
        <p:spPr>
          <a:xfrm>
            <a:off x="4840225" y="2843185"/>
            <a:ext cx="3476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Добавление нового сотрудника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755E0E-CA06-4AED-BAE9-E3A70A43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19" y="3645484"/>
            <a:ext cx="11601974" cy="21862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6CD414-8ED8-4F13-BB60-1F7C4AE1B729}"/>
              </a:ext>
            </a:extLst>
          </p:cNvPr>
          <p:cNvSpPr txBox="1"/>
          <p:nvPr/>
        </p:nvSpPr>
        <p:spPr>
          <a:xfrm>
            <a:off x="4740955" y="5977402"/>
            <a:ext cx="3476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Просмотр всех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106115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40C25-49C0-4FC9-8B94-3AEB0CF4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44917F-8F7D-4ED0-BA0C-469575D4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FBAF93-84BC-48EF-8C1E-A8C8C5B0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37" y="1690688"/>
            <a:ext cx="5643993" cy="3423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F56B79-FF92-4894-9DA4-4FF63DC72438}"/>
              </a:ext>
            </a:extLst>
          </p:cNvPr>
          <p:cNvSpPr txBox="1"/>
          <p:nvPr/>
        </p:nvSpPr>
        <p:spPr>
          <a:xfrm>
            <a:off x="4193566" y="5318698"/>
            <a:ext cx="3804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Точечное редактирование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652296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42C1E-60A6-4229-A9BD-09835DAB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BF2BD6-0F64-4C90-844B-8A27860E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11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BBEC86-ABF0-4ADB-BBAB-24787AA73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808" y="1580475"/>
            <a:ext cx="6119027" cy="16106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61CCD2-79DA-4E17-A5A3-552B51D5C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808" y="3939589"/>
            <a:ext cx="6037128" cy="1568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336255-000F-45FB-9ABD-B88412FCE878}"/>
              </a:ext>
            </a:extLst>
          </p:cNvPr>
          <p:cNvSpPr txBox="1"/>
          <p:nvPr/>
        </p:nvSpPr>
        <p:spPr>
          <a:xfrm>
            <a:off x="5099347" y="3297519"/>
            <a:ext cx="1863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Экспорт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D3423-F9B4-45EB-941B-C3492F599FA1}"/>
              </a:ext>
            </a:extLst>
          </p:cNvPr>
          <p:cNvSpPr txBox="1"/>
          <p:nvPr/>
        </p:nvSpPr>
        <p:spPr>
          <a:xfrm>
            <a:off x="4900758" y="5681174"/>
            <a:ext cx="2260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Созданная папка </a:t>
            </a:r>
            <a:r>
              <a:rPr lang="en-US" dirty="0"/>
              <a:t>out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686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B4740-F13A-47A1-8BDB-AC601900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225"/>
            <a:ext cx="10515600" cy="1325563"/>
          </a:xfrm>
        </p:spPr>
        <p:txBody>
          <a:bodyPr/>
          <a:lstStyle/>
          <a:p>
            <a:r>
              <a:rPr lang="ru-RU" dirty="0"/>
              <a:t>Итоги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9E0A84-1D03-4647-A02E-6CD45434E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76" y="1548788"/>
            <a:ext cx="10649824" cy="44157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Достигнуто:</a:t>
            </a:r>
          </a:p>
          <a:p>
            <a:r>
              <a:rPr lang="ru-RU" dirty="0"/>
              <a:t>Реализована ролевая модель</a:t>
            </a:r>
          </a:p>
          <a:p>
            <a:r>
              <a:rPr lang="ru-RU" dirty="0"/>
              <a:t>Работа с базой данных</a:t>
            </a:r>
          </a:p>
          <a:p>
            <a:r>
              <a:rPr lang="ru-RU" dirty="0"/>
              <a:t>Модуль экспорта в 4 формата</a:t>
            </a:r>
          </a:p>
          <a:p>
            <a:r>
              <a:rPr lang="ru-RU" dirty="0"/>
              <a:t>Защита от некорректного ввода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Сложности:</a:t>
            </a:r>
          </a:p>
          <a:p>
            <a:r>
              <a:rPr lang="ru-RU" dirty="0"/>
              <a:t>Поиск материала по теме</a:t>
            </a:r>
          </a:p>
          <a:p>
            <a:r>
              <a:rPr lang="ru-RU" dirty="0"/>
              <a:t>Корректный экспорт в разные форматы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F35BE6-0C47-4736-86DC-18146AD7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z="2000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098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E2450-9ACB-430C-9840-EE87DAD9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6ED4B-ACED-43D3-9314-91C3D39C6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Графический интерфейс</a:t>
            </a:r>
          </a:p>
          <a:p>
            <a:r>
              <a:rPr lang="ru-RU" dirty="0"/>
              <a:t>Сетевая версия</a:t>
            </a:r>
          </a:p>
          <a:p>
            <a:r>
              <a:rPr lang="ru-RU" dirty="0"/>
              <a:t>Улучшение безопасности системы</a:t>
            </a:r>
          </a:p>
          <a:p>
            <a:r>
              <a:rPr lang="ru-RU" dirty="0"/>
              <a:t>Добавление большего функционала ролям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CA76F-3C97-495D-B162-4B70D75A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11CF-27C5-4ED6-99EF-530E69E262C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517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206</Words>
  <Application>Microsoft Office PowerPoint</Application>
  <PresentationFormat>Широкоэкранный</PresentationFormat>
  <Paragraphs>79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Система управления сотрудниками компании</vt:lpstr>
      <vt:lpstr>Цели и задачи</vt:lpstr>
      <vt:lpstr>Актуальность проекта</vt:lpstr>
      <vt:lpstr>Используемые технологии</vt:lpstr>
      <vt:lpstr>Архитектура системы</vt:lpstr>
      <vt:lpstr>Диаграммы системы</vt:lpstr>
      <vt:lpstr>Диаграммы системы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Итоги работы</vt:lpstr>
      <vt:lpstr>Перспективы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Михаил Петрович</dc:creator>
  <cp:lastModifiedBy>Михаил Петрович</cp:lastModifiedBy>
  <cp:revision>8</cp:revision>
  <dcterms:created xsi:type="dcterms:W3CDTF">2025-11-24T16:34:58Z</dcterms:created>
  <dcterms:modified xsi:type="dcterms:W3CDTF">2025-11-24T19:12:20Z</dcterms:modified>
</cp:coreProperties>
</file>